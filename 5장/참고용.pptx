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6" autoAdjust="0"/>
    <p:restoredTop sz="94660"/>
  </p:normalViewPr>
  <p:slideViewPr>
    <p:cSldViewPr snapToGrid="0">
      <p:cViewPr varScale="1">
        <p:scale>
          <a:sx n="82" d="100"/>
          <a:sy n="82" d="100"/>
        </p:scale>
        <p:origin x="9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C51969-7BF0-7C99-F879-9C846C05D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C445640-1E84-9826-C42B-254C797A9E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62AE6B-387E-C105-09A1-C83162DD3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9E65-C812-4800-B79D-BEF0584D565F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75C29E-4488-D05A-BBFF-FCD2E64F0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552CFA-E9E0-E654-DB4E-2E0171888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C55A-B25B-4A39-93D0-458C7B7A6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4831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B0589D-499F-4C55-4081-EEBAC0221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362D6D-D9F6-C6D2-006C-BC0C2491A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134D68-A149-7A8A-1E23-8B07399D0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9E65-C812-4800-B79D-BEF0584D565F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70933A-D9AC-760B-2965-24AE1CE31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9424A7-CC86-83B0-9DBD-BC29BA0B8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C55A-B25B-4A39-93D0-458C7B7A6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275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4AFF5-2803-182A-0CD1-068752298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9C94F4-5FFF-E85E-474B-8DD942E5C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2FA1B3-B425-DA24-8185-B4862456B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9E65-C812-4800-B79D-BEF0584D565F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A4BD52-7A18-6529-7F34-A160ECD6F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0C35A4-7050-05A6-7C05-146F6AA46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C55A-B25B-4A39-93D0-458C7B7A6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7781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EE4AE1-FFAF-B8ED-02B9-BA30BFAA5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0E90EC-ADAF-B694-392E-2BA99E192C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845DF5-ACD2-9DD2-FA0C-5992083E1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E542D2-B232-7020-3B88-4E4965F41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9E65-C812-4800-B79D-BEF0584D565F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6ED610-907E-A619-23F3-70BEAB8BB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44013B-4DC8-53A4-1C21-8271C4162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C55A-B25B-4A39-93D0-458C7B7A6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447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9B7FDD-6210-08CC-88D2-D2DC4E766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C92972-4F4B-6A79-90DE-EB6490B1F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95C7C5-3C2F-0A1A-9989-6D8796F08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4E112BC-E1AB-B4D3-B5EC-7AD44FA59E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4B70A0E-B630-4B17-017A-A4918FE93E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41638AB-B5E1-9C83-7B76-4610C126B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9E65-C812-4800-B79D-BEF0584D565F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5F11528-8CAB-A00A-10CD-515795CF4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8A9CB19-C353-18D9-927D-0870BC2D0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C55A-B25B-4A39-93D0-458C7B7A6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427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CE452B-C37D-028D-9248-47EBE720C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96E56F7-8FA6-1C8E-B5B1-62F3F2636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9E65-C812-4800-B79D-BEF0584D565F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97F041E-6278-04DC-8902-7DCC674CE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9F94540-EA01-E0EA-8E85-C902A467C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C55A-B25B-4A39-93D0-458C7B7A6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61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7281518-0FD7-5A7F-1076-B5ABB68DB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9E65-C812-4800-B79D-BEF0584D565F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45BE1B5-74EC-0FAE-584E-C963D1055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927592-1620-75FE-2CAF-236DF4F34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C55A-B25B-4A39-93D0-458C7B7A6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9921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1F5D69-C8B9-1B48-B156-65F75D64F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F67FE2-C3E0-7C34-B72B-76011CCD9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C8C58D7-A533-900A-7355-D4DB5938F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9F1EC5-8923-E56B-50D8-DF2D22035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9E65-C812-4800-B79D-BEF0584D565F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601970-81B1-FB84-86B0-143B95CA5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378EAB-0331-C684-8EFE-EC8B36C37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C55A-B25B-4A39-93D0-458C7B7A6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3363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78DE4A-AF13-6AAC-30B9-E5BD69829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DEE6061-5E3B-DFDB-79CE-131058D9DB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700F9F0-2CAD-06E1-BD16-0E1D0ED8D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1CE857-49CA-A017-484F-35E83C639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9E65-C812-4800-B79D-BEF0584D565F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861AB5-8B31-77CD-5190-5CA00B11E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6B9564-4DA2-CA44-3EF7-D7C97B1F1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C55A-B25B-4A39-93D0-458C7B7A6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236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0B1C3A-C333-372E-F50F-C6613C405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8703FD-A772-A88F-ADAF-68E4758F5E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586642-569A-924F-EDB9-945C934D3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9E65-C812-4800-B79D-BEF0584D565F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A122FC-0FEF-8F67-4471-A1F6EEA67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069078-B352-7B28-5EAF-95AC6269E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C55A-B25B-4A39-93D0-458C7B7A6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163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BF0442E-ED56-A277-9274-275F38B8D2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E73A1F-E932-EBF8-AFA1-02FEF72976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AE3508-D065-A106-911A-C1D12AC3E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9E65-C812-4800-B79D-BEF0584D565F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93B8E2-3FA2-619D-2FAC-012E8DE37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2EFBAA-A84A-0BAF-3E8A-16D5C92D3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C55A-B25B-4A39-93D0-458C7B7A6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031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9A9612A-DF83-5996-2B77-E8E131D3E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2C70A8-344F-944F-24B4-3C360FA2A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2D422B-4ECB-0CC1-4172-81E391942A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299E65-C812-4800-B79D-BEF0584D565F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4E6A38-B58E-C84E-78D7-85D1350157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D9859F-24B5-417B-AAA8-D13A873BCD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B5C55A-B25B-4A39-93D0-458C7B7A6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499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1C45407-0E1F-80B1-052C-7F68297BC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176" y="1052181"/>
            <a:ext cx="10545647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77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ACE785-B181-C27E-4ED2-31F8A5332F01}"/>
              </a:ext>
            </a:extLst>
          </p:cNvPr>
          <p:cNvSpPr txBox="1"/>
          <p:nvPr/>
        </p:nvSpPr>
        <p:spPr>
          <a:xfrm>
            <a:off x="531222" y="1650578"/>
            <a:ext cx="4665929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ko-KR" sz="1400" b="0" i="0">
                <a:effectLst/>
                <a:latin typeface="-apple-system"/>
              </a:rPr>
              <a:t>PPT</a:t>
            </a:r>
            <a:r>
              <a:rPr lang="ko-KR" altLang="en-US" sz="1400" b="0" i="0">
                <a:effectLst/>
                <a:latin typeface="-apple-system"/>
              </a:rPr>
              <a:t>에</a:t>
            </a:r>
            <a:r>
              <a:rPr lang="en-US" altLang="ko-KR" sz="1400" b="0" i="0">
                <a:effectLst/>
                <a:latin typeface="-apple-system"/>
              </a:rPr>
              <a:t>: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ko-KR" altLang="en-US" sz="1400" b="0" i="0">
                <a:effectLst/>
                <a:latin typeface="-apple-system"/>
              </a:rPr>
              <a:t>글 배치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ko-KR" altLang="en-US" sz="1400" b="0" i="0">
                <a:effectLst/>
                <a:latin typeface="-apple-system"/>
              </a:rPr>
              <a:t>크기 관계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ko-KR" altLang="en-US" sz="1400" b="0" i="0">
                <a:effectLst/>
                <a:latin typeface="-apple-system"/>
              </a:rPr>
              <a:t>정렬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ko-KR" altLang="en-US" sz="1400" b="0" i="0">
                <a:effectLst/>
                <a:latin typeface="-apple-system"/>
              </a:rPr>
              <a:t>강조 순서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ko-KR" altLang="en-US" sz="1400" b="0" i="0">
                <a:effectLst/>
                <a:latin typeface="-apple-system"/>
              </a:rPr>
              <a:t>선</a:t>
            </a:r>
            <a:r>
              <a:rPr lang="en-US" altLang="ko-KR" sz="1400" b="0" i="0">
                <a:effectLst/>
                <a:latin typeface="-apple-system"/>
              </a:rPr>
              <a:t>, </a:t>
            </a:r>
            <a:r>
              <a:rPr lang="ko-KR" altLang="en-US" sz="1400" b="0" i="0">
                <a:effectLst/>
                <a:latin typeface="-apple-system"/>
              </a:rPr>
              <a:t>박스</a:t>
            </a:r>
            <a:r>
              <a:rPr lang="en-US" altLang="ko-KR" sz="1400" b="0" i="0">
                <a:effectLst/>
                <a:latin typeface="-apple-system"/>
              </a:rPr>
              <a:t>, </a:t>
            </a:r>
            <a:r>
              <a:rPr lang="ko-KR" altLang="en-US" sz="1400" b="0" i="0">
                <a:effectLst/>
                <a:latin typeface="-apple-system"/>
              </a:rPr>
              <a:t>도형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ko-KR" altLang="en-US" sz="1400" b="0" i="0">
                <a:effectLst/>
                <a:latin typeface="-apple-system"/>
              </a:rPr>
              <a:t>여백감</a:t>
            </a:r>
          </a:p>
          <a:p>
            <a:pPr algn="l">
              <a:buNone/>
            </a:pPr>
            <a:r>
              <a:rPr lang="ko-KR" altLang="en-US" sz="1400" b="0" i="0">
                <a:effectLst/>
                <a:latin typeface="-apple-system"/>
              </a:rPr>
              <a:t>까지 얹어서 캡처해 올려주시면</a:t>
            </a:r>
            <a:r>
              <a:rPr lang="en-US" altLang="ko-KR" sz="1400" b="0" i="0">
                <a:effectLst/>
                <a:latin typeface="-apple-system"/>
              </a:rPr>
              <a:t>, </a:t>
            </a:r>
            <a:r>
              <a:rPr lang="ko-KR" altLang="en-US" sz="1400" b="0" i="0">
                <a:effectLst/>
                <a:latin typeface="-apple-system"/>
              </a:rPr>
              <a:t>그 화면을 기준으로 </a:t>
            </a:r>
            <a:r>
              <a:rPr lang="en-US" altLang="ko-KR" sz="1400" b="0" i="0">
                <a:effectLst/>
                <a:latin typeface="-apple-system"/>
              </a:rPr>
              <a:t>5</a:t>
            </a:r>
            <a:r>
              <a:rPr lang="ko-KR" altLang="en-US" sz="1400" b="0" i="0">
                <a:effectLst/>
                <a:latin typeface="-apple-system"/>
              </a:rPr>
              <a:t>장을 최대한 그대로 구현해드릴 수 있습니다</a:t>
            </a:r>
            <a:r>
              <a:rPr lang="en-US" altLang="ko-KR" sz="1400" b="0" i="0">
                <a:effectLst/>
                <a:latin typeface="-apple-system"/>
              </a:rPr>
              <a:t>.</a:t>
            </a:r>
          </a:p>
          <a:p>
            <a:pPr algn="l">
              <a:buNone/>
            </a:pPr>
            <a:endParaRPr lang="en-US" altLang="ko-KR" sz="1400" b="0" i="0">
              <a:effectLst/>
              <a:latin typeface="-apple-syste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1BFB70-163D-6545-862A-5DB9C8B2CEC2}"/>
              </a:ext>
            </a:extLst>
          </p:cNvPr>
          <p:cNvSpPr txBox="1"/>
          <p:nvPr/>
        </p:nvSpPr>
        <p:spPr>
          <a:xfrm>
            <a:off x="6627222" y="1286105"/>
            <a:ext cx="4382900" cy="4285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400">
                <a:latin typeface="-apple-system"/>
              </a:rPr>
              <a:t>가장 잘 맞추려면 같이 주면 좋은 것</a:t>
            </a:r>
            <a:r>
              <a:rPr lang="en-US" altLang="ko-KR" sz="1400">
                <a:latin typeface="-apple-system"/>
              </a:rPr>
              <a:t>:</a:t>
            </a:r>
          </a:p>
          <a:p>
            <a:pPr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ko-KR" altLang="en-US" sz="1400">
                <a:latin typeface="-apple-system"/>
              </a:rPr>
              <a:t>데스크톱 기준 캡처 </a:t>
            </a:r>
            <a:r>
              <a:rPr lang="en-US" altLang="ko-KR" sz="1400">
                <a:latin typeface="-apple-system"/>
              </a:rPr>
              <a:t>1</a:t>
            </a:r>
            <a:r>
              <a:rPr lang="ko-KR" altLang="en-US" sz="1400">
                <a:latin typeface="-apple-system"/>
              </a:rPr>
              <a:t>장</a:t>
            </a:r>
          </a:p>
          <a:p>
            <a:pPr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ko-KR" altLang="en-US" sz="1400">
                <a:latin typeface="-apple-system"/>
              </a:rPr>
              <a:t>가능하면 모바일 의도 캡처 </a:t>
            </a:r>
            <a:r>
              <a:rPr lang="en-US" altLang="ko-KR" sz="1400">
                <a:latin typeface="-apple-system"/>
              </a:rPr>
              <a:t>1</a:t>
            </a:r>
            <a:r>
              <a:rPr lang="ko-KR" altLang="en-US" sz="1400">
                <a:latin typeface="-apple-system"/>
              </a:rPr>
              <a:t>장</a:t>
            </a:r>
          </a:p>
          <a:p>
            <a:pPr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ko-KR" altLang="en-US" sz="1400">
                <a:latin typeface="-apple-system"/>
              </a:rPr>
              <a:t>텍스트는 복붙 가능한 원문도 함께</a:t>
            </a:r>
          </a:p>
          <a:p>
            <a:pPr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ko-KR" altLang="en-US" sz="1400">
                <a:latin typeface="-apple-system"/>
              </a:rPr>
              <a:t>“이건 임시 문구 </a:t>
            </a:r>
            <a:r>
              <a:rPr lang="en-US" altLang="ko-KR" sz="1400">
                <a:latin typeface="-apple-system"/>
              </a:rPr>
              <a:t>/ </a:t>
            </a:r>
            <a:r>
              <a:rPr lang="ko-KR" altLang="en-US" sz="1400">
                <a:latin typeface="-apple-system"/>
              </a:rPr>
              <a:t>이건 확정 문구” 구분</a:t>
            </a:r>
          </a:p>
          <a:p>
            <a:pPr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altLang="ko-KR" sz="1400">
                <a:latin typeface="-apple-system"/>
              </a:rPr>
              <a:t>hover</a:t>
            </a:r>
            <a:r>
              <a:rPr lang="ko-KR" altLang="en-US" sz="1400">
                <a:latin typeface="-apple-system"/>
              </a:rPr>
              <a:t>나 클릭이 있으면 어떤 반응인지 메모</a:t>
            </a:r>
          </a:p>
          <a:p>
            <a:pPr>
              <a:buNone/>
            </a:pPr>
            <a:r>
              <a:rPr lang="ko-KR" altLang="en-US" sz="1400">
                <a:latin typeface="-apple-system"/>
              </a:rPr>
              <a:t>가장 좋은 방식</a:t>
            </a:r>
            <a:r>
              <a:rPr lang="en-US" altLang="ko-KR" sz="1400">
                <a:latin typeface="-apple-system"/>
              </a:rPr>
              <a:t>:</a:t>
            </a:r>
          </a:p>
          <a:p>
            <a:pPr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US" altLang="ko-KR" sz="1400">
                <a:latin typeface="-apple-system"/>
              </a:rPr>
              <a:t>PPT</a:t>
            </a:r>
            <a:r>
              <a:rPr lang="ko-KR" altLang="en-US" sz="1400">
                <a:latin typeface="-apple-system"/>
              </a:rPr>
              <a:t>로 </a:t>
            </a:r>
            <a:r>
              <a:rPr lang="en-US" altLang="ko-KR" sz="1400">
                <a:latin typeface="-apple-system"/>
              </a:rPr>
              <a:t>5</a:t>
            </a:r>
            <a:r>
              <a:rPr lang="ko-KR" altLang="en-US" sz="1400">
                <a:latin typeface="-apple-system"/>
              </a:rPr>
              <a:t>장 원하는 시안 제작</a:t>
            </a:r>
          </a:p>
          <a:p>
            <a:pPr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ko-KR" altLang="en-US" sz="1400">
                <a:latin typeface="-apple-system"/>
              </a:rPr>
              <a:t>캡처 업로드</a:t>
            </a:r>
          </a:p>
          <a:p>
            <a:pPr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ko-KR" altLang="en-US" sz="1400">
                <a:latin typeface="-apple-system"/>
              </a:rPr>
              <a:t>텍스트 원문 같이 전달</a:t>
            </a:r>
          </a:p>
          <a:p>
            <a:pPr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ko-KR" altLang="en-US" sz="1400">
                <a:latin typeface="-apple-system"/>
              </a:rPr>
              <a:t>“이 배치 그대로 구현”이라고 지시</a:t>
            </a:r>
          </a:p>
          <a:p>
            <a:pPr>
              <a:buNone/>
            </a:pPr>
            <a:r>
              <a:rPr lang="ko-KR" altLang="en-US" sz="1400">
                <a:latin typeface="-apple-system"/>
              </a:rPr>
              <a:t>그러면 저는</a:t>
            </a:r>
            <a:r>
              <a:rPr lang="en-US" altLang="ko-KR" sz="1400">
                <a:latin typeface="-apple-system"/>
              </a:rPr>
              <a:t>:</a:t>
            </a:r>
          </a:p>
          <a:p>
            <a:pPr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ko-KR" altLang="en-US" sz="1400">
                <a:latin typeface="-apple-system"/>
              </a:rPr>
              <a:t>현재 사이트 규칙에 맞게</a:t>
            </a:r>
          </a:p>
          <a:p>
            <a:pPr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ko-KR" altLang="en-US" sz="1400">
                <a:latin typeface="-apple-system"/>
              </a:rPr>
              <a:t>바다 배경</a:t>
            </a:r>
            <a:r>
              <a:rPr lang="en-US" altLang="ko-KR" sz="1400">
                <a:latin typeface="-apple-system"/>
              </a:rPr>
              <a:t>, </a:t>
            </a:r>
            <a:r>
              <a:rPr lang="ko-KR" altLang="en-US" sz="1400">
                <a:latin typeface="-apple-system"/>
              </a:rPr>
              <a:t>고정 헤더</a:t>
            </a:r>
            <a:r>
              <a:rPr lang="en-US" altLang="ko-KR" sz="1400">
                <a:latin typeface="-apple-system"/>
              </a:rPr>
              <a:t>, </a:t>
            </a:r>
            <a:r>
              <a:rPr lang="ko-KR" altLang="en-US" sz="1400">
                <a:latin typeface="-apple-system"/>
              </a:rPr>
              <a:t>타이틀 위치 유지하면서</a:t>
            </a:r>
          </a:p>
          <a:p>
            <a:pPr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altLang="ko-KR" sz="1400">
                <a:latin typeface="-apple-system"/>
              </a:rPr>
              <a:t>5</a:t>
            </a:r>
            <a:r>
              <a:rPr lang="ko-KR" altLang="en-US" sz="1400">
                <a:latin typeface="-apple-system"/>
              </a:rPr>
              <a:t>장만 시안대로 재구성해드리겠습니다</a:t>
            </a:r>
            <a:r>
              <a:rPr lang="en-US" altLang="ko-KR" sz="1400">
                <a:latin typeface="-apple-system"/>
              </a:rPr>
              <a:t>.</a:t>
            </a:r>
            <a:endParaRPr lang="ko-KR" altLang="en-US" sz="1400"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922899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1559</TotalTime>
  <Words>119</Words>
  <Application>Microsoft Office PowerPoint</Application>
  <PresentationFormat>와이드스크린</PresentationFormat>
  <Paragraphs>23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-apple-system</vt:lpstr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YOUNGRYEOL CHOI</dc:creator>
  <cp:lastModifiedBy>YOUNGRYEOL CHOI</cp:lastModifiedBy>
  <cp:revision>2</cp:revision>
  <dcterms:created xsi:type="dcterms:W3CDTF">2026-04-03T07:09:22Z</dcterms:created>
  <dcterms:modified xsi:type="dcterms:W3CDTF">2026-04-11T14:33:39Z</dcterms:modified>
</cp:coreProperties>
</file>